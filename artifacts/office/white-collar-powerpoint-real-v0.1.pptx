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A6F87-2347-4576-9A88-233EF47F4D62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94650-1151-4883-B14E-5E256449D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5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Review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94650-1151-4883-B14E-5E256449DA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3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93717-203C-0A25-D8A2-C7C36EDC0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5AE1D-8696-EDB9-4F1F-567C6FD77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ED9C-3C5F-5B7A-E457-EAB787C69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44CCD-DF6B-5644-5148-7CCE4DB3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C99BE-995C-DF25-BFC5-868BD31C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0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1030-52F1-85BB-E44B-229442C7F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477F5-A19D-AB84-F564-B7B22F0F4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A323C-C806-F51D-EEF7-1ADB487D5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BB89D-DCA9-DE25-8FA6-EC21B6D0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4F71A-47BE-AA34-75EF-D60D717A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98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3F1F-1315-C105-8480-B7BF61122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F2E0A-8723-77EC-73C9-52CFA2B80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4D75D-3004-75E4-91E7-376E2079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31258-151D-BAB3-C043-E6AB1412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8CF80-3689-2E28-7427-C9501729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0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F6DFB-5E07-5976-4590-56AE086D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E7DAD-B0F9-761A-CA06-8ABEA2B76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4790D-492A-6335-1088-A122104B9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10874-E91E-BE53-244B-09F4691D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C894-6324-EBD2-F6E3-0F94FC99C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9B33-C05E-C7E6-454F-A38C0F26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8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31AA4-4B27-F43D-CED9-1454DAC8F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F9927-2A22-BA84-6A49-9761D30B7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04E06-2807-CE74-637C-37C641211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0B8BB-1D7D-8BB2-2AD5-6D2F7D2B1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626A45-86AC-6E99-EBDD-562441E60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BDBCB-23A9-83C0-B32E-AFC94BDE0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9E28B0-D459-35FC-89F8-D66A82B89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7679A5-A470-301A-2B13-A09EF6B5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0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60E23-930C-E723-A6FC-C980A92B6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0F7947-06BD-2AA3-22B6-5F10A405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61EF4-FDEA-983B-0DA1-5E81846B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81984-1483-3B86-EB6A-A12DD3286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2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7B2A0A-68B1-7130-F872-D61AC779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6CB7FD-999E-6AA1-AA15-AE49D5673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CA59D-C2EE-7F12-B42E-8DFA1E1A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3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8E26D-8432-DFCA-4CBA-449BEAD18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CEE3A-EF2A-4BB0-7AD2-76751E5DD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B113D-E433-D757-7CE2-709FEE6E4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88887-E1E7-95C4-4A2D-39EBFAF9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5D479-4C6C-3D8C-B79A-5B3F7490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4EEF9-8CDE-C11B-A382-F576EB63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1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FBBB-3448-ACC1-0BFD-2AAFE1D3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58F808-1E85-58EC-01D8-121D9C29A0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62895-7ACC-112E-8E5C-928394D7B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A85D6-312A-51F4-EF81-3EBD264D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98590-952B-F117-53EA-55BED2CF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3EB69-1B79-AC0B-8D29-8AB575AC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9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C387-0631-CF63-388C-AE5BE134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DE66C-6A62-82DB-3C4F-67140483D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92255-91F2-C651-A7CD-637842F4F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FEDA1-1692-D87B-36E1-ED962ABA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A1FC0-8FA2-20E6-BA60-8DBBA2BFE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3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F976D-DCC5-02E9-7028-57D288917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139C18-356E-AD13-62F5-DC004695F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A168-73CA-5F58-E0A1-686A729C0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A27A-1286-1EA9-87EB-509B4C731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BAD64-3101-050B-270A-E17A11D9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8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06606-A7A9-6535-F2D6-1A7DCC93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74432-90DA-E54A-0EB4-6A863548F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A1A5-D2D6-D9E4-D8F4-75FD7CCE1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38039-9301-46BF-BBEA-0CB0A96F7721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7A2A0-7308-FDD7-5D3D-5E810FC7F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B41CB-4BC2-0FD2-7B23-17613CD4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E33AF-5337-4FEE-8857-A4929E99E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1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51B0470-0AEA-E95B-B91A-758C72FF7128}"/>
              </a:ext>
            </a:extLst>
          </p:cNvPr>
          <p:cNvSpPr txBox="1"/>
          <p:nvPr/>
        </p:nvSpPr>
        <p:spPr>
          <a:xfrm>
            <a:off x="1571625" y="928688"/>
            <a:ext cx="4286250" cy="2482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13"/>
              <a:t>Final Review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D26FC676-0BE1-AAF8-D544-8252A1FFDD98}"/>
              </a:ext>
            </a:extLst>
          </p:cNvPr>
          <p:cNvSpPr txBox="1"/>
          <p:nvPr/>
        </p:nvSpPr>
        <p:spPr>
          <a:xfrm>
            <a:off x="1571625" y="1571626"/>
            <a:ext cx="4286250" cy="4040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13"/>
              <a:t>Final status</a:t>
            </a:r>
          </a:p>
          <a:p>
            <a:r>
              <a:rPr lang="en-US" sz="1013"/>
              <a:t>Agenda inserted</a:t>
            </a:r>
          </a:p>
        </p:txBody>
      </p:sp>
    </p:spTree>
    <p:extLst>
      <p:ext uri="{BB962C8B-B14F-4D97-AF65-F5344CB8AC3E}">
        <p14:creationId xmlns:p14="http://schemas.microsoft.com/office/powerpoint/2010/main" val="178657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A7C6AF1-BA58-F338-6EC8-735C4E4FB98B}"/>
              </a:ext>
            </a:extLst>
          </p:cNvPr>
          <p:cNvSpPr txBox="1"/>
          <p:nvPr/>
        </p:nvSpPr>
        <p:spPr>
          <a:xfrm>
            <a:off x="1571625" y="928688"/>
            <a:ext cx="4286250" cy="2482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13"/>
              <a:t>Second Slide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4379A180-C1D0-E900-E080-0B16394EE8C6}"/>
              </a:ext>
            </a:extLst>
          </p:cNvPr>
          <p:cNvSpPr txBox="1"/>
          <p:nvPr/>
        </p:nvSpPr>
        <p:spPr>
          <a:xfrm>
            <a:off x="1571625" y="1571625"/>
            <a:ext cx="4286250" cy="2482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13"/>
              <a:t>Planning notes</a:t>
            </a:r>
          </a:p>
        </p:txBody>
      </p:sp>
    </p:spTree>
    <p:extLst>
      <p:ext uri="{BB962C8B-B14F-4D97-AF65-F5344CB8AC3E}">
        <p14:creationId xmlns:p14="http://schemas.microsoft.com/office/powerpoint/2010/main" val="2456168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4B05FE1-E8F2-3397-9968-3A7F343901FE}"/>
              </a:ext>
            </a:extLst>
          </p:cNvPr>
          <p:cNvSpPr txBox="1"/>
          <p:nvPr/>
        </p:nvSpPr>
        <p:spPr>
          <a:xfrm>
            <a:off x="1571625" y="928688"/>
            <a:ext cx="4286250" cy="2482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13"/>
              <a:t>Reviewed Slide</a:t>
            </a:r>
          </a:p>
        </p:txBody>
      </p:sp>
      <p:sp>
        <p:nvSpPr>
          <p:cNvPr id="3" name="Inserted Text">
            <a:extLst>
              <a:ext uri="{FF2B5EF4-FFF2-40B4-BE49-F238E27FC236}">
                <a16:creationId xmlns:a16="http://schemas.microsoft.com/office/drawing/2014/main" id="{2264C7F5-535B-26F1-59DF-2CD125839A46}"/>
              </a:ext>
            </a:extLst>
          </p:cNvPr>
          <p:cNvSpPr txBox="1"/>
          <p:nvPr/>
        </p:nvSpPr>
        <p:spPr>
          <a:xfrm>
            <a:off x="1571625" y="1571625"/>
            <a:ext cx="428625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>
                <a:latin typeface="Arial" panose="020B0604020202020204" pitchFamily="34" charset="0"/>
              </a:rPr>
              <a:t>Added body</a:t>
            </a:r>
          </a:p>
        </p:txBody>
      </p:sp>
      <p:sp>
        <p:nvSpPr>
          <p:cNvPr id="4" name="Accent">
            <a:extLst>
              <a:ext uri="{FF2B5EF4-FFF2-40B4-BE49-F238E27FC236}">
                <a16:creationId xmlns:a16="http://schemas.microsoft.com/office/drawing/2014/main" id="{2252DD3B-3E19-E346-3E5D-61A5442396BF}"/>
              </a:ext>
            </a:extLst>
          </p:cNvPr>
          <p:cNvSpPr/>
          <p:nvPr/>
        </p:nvSpPr>
        <p:spPr>
          <a:xfrm>
            <a:off x="1571625" y="1643063"/>
            <a:ext cx="1143000" cy="571500"/>
          </a:xfrm>
          <a:prstGeom prst="rect">
            <a:avLst/>
          </a:prstGeom>
          <a:solidFill>
            <a:srgbClr val="204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13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D98B7F7-59DF-8297-4FBC-AD5DF9FA5F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2357438"/>
            <a:ext cx="342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87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Custom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Gemicioglu</dc:creator>
  <cp:lastModifiedBy>Tan Gemicioglu</cp:lastModifiedBy>
  <cp:revision>15</cp:revision>
  <dcterms:created xsi:type="dcterms:W3CDTF">2026-08-09T00:44:40Z</dcterms:created>
  <dcterms:modified xsi:type="dcterms:W3CDTF">2026-08-09T00:44:50Z</dcterms:modified>
</cp:coreProperties>
</file>